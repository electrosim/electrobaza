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28B84-06F1-B7B4-A093-6EE006582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1EC5FD-8E79-2BE4-3491-26107B7EF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24B579-FDFC-D006-5639-1B7E5A0CE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718B-BAAD-4411-BA02-CA4A904EC24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ACC78C-CADA-0368-6F08-40DC5B20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6FD59C-BB74-B4FC-B42E-60C7BB78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DE1-6F06-4C5F-9D71-9EBED0ECC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519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17A56-38A2-C2F2-CCFB-DA39603E1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6966D1-EE1E-6B42-2E6F-8FC5CCB5E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338A25-11DF-99BF-7B33-6DC7D0AA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718B-BAAD-4411-BA02-CA4A904EC24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2E7A99-0D4F-7E3A-CED4-FBC8B63E5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B63236-8DE0-7B63-9FA3-7AADCFD8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DE1-6F06-4C5F-9D71-9EBED0ECC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59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3615B-6276-D1B5-15AE-94A0C5467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1E8BD3-D3E3-8ECE-361F-CB1159C17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7683CA-C181-0399-286F-2E46C549B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718B-BAAD-4411-BA02-CA4A904EC24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3BB289-558C-CAF5-894F-CF150373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C7F201-A873-3F2F-85D2-941258DB8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DE1-6F06-4C5F-9D71-9EBED0ECC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281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E98C6A-8A02-5F16-5B2A-DB2558BF8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C884E4-908B-AE92-A597-BDDC34F08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B7A0B8F-238B-1548-3A82-1C4C91127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0A7983-69A3-584D-96FE-BF262C69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718B-BAAD-4411-BA02-CA4A904EC24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D6A154-516D-5512-C6DE-5B572962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D1E772-A451-398D-F69D-37E595CA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DE1-6F06-4C5F-9D71-9EBED0ECC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304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59CB7-95AE-4D90-606F-4248EC002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06A1A3-78DB-BF4A-1D40-299DA3D39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F04111-FDCC-8B5B-FED3-A88DA26E5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7F03230-4E0B-5433-A764-C7304C09F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D50480-F78D-627D-8677-135EB6D85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3CD3DC-1CE3-54F1-F749-0994A04B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718B-BAAD-4411-BA02-CA4A904EC24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2F3977C-E3DB-A6AE-3678-9D317DC2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E80CBF7-7D50-19D7-06E0-1E16E7019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DE1-6F06-4C5F-9D71-9EBED0ECC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19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557B05-B4AC-B749-DF0A-130F36DF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6C42FA-CFF6-0FBE-D628-0E821772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718B-BAAD-4411-BA02-CA4A904EC24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0FCE67-95E2-B779-34B6-E5410A41C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03F483-1E21-04D5-DF89-B5981A904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DE1-6F06-4C5F-9D71-9EBED0ECC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64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7A65D5A-6785-2846-CF79-2C81EBE0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718B-BAAD-4411-BA02-CA4A904EC24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7C13D9-8C4C-C720-B902-5DFE86C4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567D9B-C790-B822-78CF-9C780CA0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DE1-6F06-4C5F-9D71-9EBED0ECC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48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CA043-ED67-F64D-8ED2-A4FD881C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E28994-446C-8C01-8ABB-C9E506C35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8095BB4-BAC6-FD70-A152-F61FDDB74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7B7EE8-BA7E-45F5-DF97-758D5F73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718B-BAAD-4411-BA02-CA4A904EC24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D0ABF5-8963-5938-8B2A-CE4E20BAA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209F57-A597-AAD2-BC7D-DBD8E849C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DE1-6F06-4C5F-9D71-9EBED0ECC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140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6E2AE-1619-84F3-1F59-A429D053D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4976E35-F0D7-FE54-D6D9-B5BFBD950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7A3BD5-190F-9925-CDA2-B03E4101C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953B35-2370-310B-37FF-2A2E4F0F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718B-BAAD-4411-BA02-CA4A904EC24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24150E-A1C1-B9DC-A9FD-F07938A6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A32020-8650-CA3F-B9AD-F798F2D4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DE1-6F06-4C5F-9D71-9EBED0ECC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15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03DDC-CA2B-8E56-0DB2-1C3915007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D2F9DB-7E2D-B7F2-E07C-EDCC168B3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1FCAB6-10B2-46E4-83C9-0E43964F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718B-BAAD-4411-BA02-CA4A904EC24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870CD0-00CA-46F4-72B7-CDCD3D50B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272B32-1561-3318-3FAB-5EEE113A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DE1-6F06-4C5F-9D71-9EBED0ECC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44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928E7C-4563-5162-EBEB-C0F999FC3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7CEC660-987E-723F-C741-70374EAA7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AE446D-8461-B583-7668-284168372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718B-BAAD-4411-BA02-CA4A904EC24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F8D49F-32AB-DDC1-02AE-627012EB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F0200-641C-0102-AE45-943A9F03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DE1-6F06-4C5F-9D71-9EBED0ECC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367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CB942-D35E-0903-DF0F-E0A607018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C2A8BC-319B-6A73-2E37-9ADE787CD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53D3CC-8F1E-2954-4270-BFA971918F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C718B-BAAD-4411-BA02-CA4A904EC24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850364-F378-BA63-8B21-8EBBAC607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D53F16-A15C-D21B-AD1C-D685DB494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D7DE1-6F06-4C5F-9D71-9EBED0ECC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01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F4044-9B98-1ABD-2E91-CB4736E48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82A631-B78C-698A-C712-0590B5520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44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162F45-3BFE-1944-EB17-13682380D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39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6AC21-61A0-93A1-DF74-F5643573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EB88C2-4E1E-58C2-A485-5A0701C7B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22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8840-5FCF-4704-9E81-5EC24126B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7BDF62-1AEF-DB89-664A-C7C75F3A2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C38E-19C0-3082-4D64-926832D2E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9B5ADB-24EE-72D6-4414-6A9574114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0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C84B7-F63F-B562-0159-A596A525A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610513-65D7-E6C8-5AC0-0521A4992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65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99869-E728-E303-B4ED-96AD393D6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D1B159-FEB5-146E-C6BE-87755478F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164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C271D3-0C74-0A87-647F-044CC15A4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7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F35DEA-43EE-CC74-D7B1-B56767F38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32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9232C8-7BE3-413C-C1F2-E7A0B1CBF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64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0C30A2-2775-27F6-39E0-BE58143FD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035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1539D7-630C-AEE9-CE0E-59074C01E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55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AFE47C-DBBD-4E6F-B41A-4DFBFB47E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620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Широкоэкранный</PresentationFormat>
  <Paragraphs>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Черных Руслан</dc:creator>
  <cp:lastModifiedBy>Черных Руслан</cp:lastModifiedBy>
  <cp:revision>1</cp:revision>
  <dcterms:created xsi:type="dcterms:W3CDTF">2026-10-27T20:55:51Z</dcterms:created>
  <dcterms:modified xsi:type="dcterms:W3CDTF">2026-10-27T20:58:26Z</dcterms:modified>
</cp:coreProperties>
</file>